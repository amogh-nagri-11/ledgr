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ogh Nagri" userId="0296a5a14be49074" providerId="LiveId" clId="{08A3EB59-B37B-482F-9A7F-8E1D5E91179F}"/>
    <pc:docChg chg="undo custSel modSld">
      <pc:chgData name="Amogh Nagri" userId="0296a5a14be49074" providerId="LiveId" clId="{08A3EB59-B37B-482F-9A7F-8E1D5E91179F}" dt="2026-09-05T13:14:31.032" v="6" actId="1076"/>
      <pc:docMkLst>
        <pc:docMk/>
      </pc:docMkLst>
      <pc:sldChg chg="modSp mod">
        <pc:chgData name="Amogh Nagri" userId="0296a5a14be49074" providerId="LiveId" clId="{08A3EB59-B37B-482F-9A7F-8E1D5E91179F}" dt="2026-09-05T13:14:31.032" v="6" actId="1076"/>
        <pc:sldMkLst>
          <pc:docMk/>
          <pc:sldMk cId="0" sldId="257"/>
        </pc:sldMkLst>
        <pc:spChg chg="mod">
          <ac:chgData name="Amogh Nagri" userId="0296a5a14be49074" providerId="LiveId" clId="{08A3EB59-B37B-482F-9A7F-8E1D5E91179F}" dt="2026-09-05T13:14:05.085" v="3" actId="14100"/>
          <ac:spMkLst>
            <pc:docMk/>
            <pc:sldMk cId="0" sldId="257"/>
            <ac:spMk id="10" creationId="{00000000-0000-0000-0000-000000000000}"/>
          </ac:spMkLst>
        </pc:spChg>
        <pc:spChg chg="mod">
          <ac:chgData name="Amogh Nagri" userId="0296a5a14be49074" providerId="LiveId" clId="{08A3EB59-B37B-482F-9A7F-8E1D5E91179F}" dt="2026-09-05T13:14:00.972" v="2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Amogh Nagri" userId="0296a5a14be49074" providerId="LiveId" clId="{08A3EB59-B37B-482F-9A7F-8E1D5E91179F}" dt="2026-09-05T13:14:23.428" v="4" actId="1076"/>
          <ac:spMkLst>
            <pc:docMk/>
            <pc:sldMk cId="0" sldId="257"/>
            <ac:spMk id="22" creationId="{00000000-0000-0000-0000-000000000000}"/>
          </ac:spMkLst>
        </pc:spChg>
        <pc:spChg chg="mod">
          <ac:chgData name="Amogh Nagri" userId="0296a5a14be49074" providerId="LiveId" clId="{08A3EB59-B37B-482F-9A7F-8E1D5E91179F}" dt="2026-09-05T13:14:27.564" v="5" actId="1076"/>
          <ac:spMkLst>
            <pc:docMk/>
            <pc:sldMk cId="0" sldId="257"/>
            <ac:spMk id="27" creationId="{00000000-0000-0000-0000-000000000000}"/>
          </ac:spMkLst>
        </pc:spChg>
        <pc:spChg chg="mod">
          <ac:chgData name="Amogh Nagri" userId="0296a5a14be49074" providerId="LiveId" clId="{08A3EB59-B37B-482F-9A7F-8E1D5E91179F}" dt="2026-09-05T13:14:31.032" v="6" actId="1076"/>
          <ac:spMkLst>
            <pc:docMk/>
            <pc:sldMk cId="0" sldId="257"/>
            <ac:spMk id="2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105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43B(h), Income Tax Act, amended FY24. Pay a Udyam-registered micro or small enterprise past 45 days (written agreement stating the term) or 15 days (no written agreement) and the expense is disallowed for that year - the tax bill rises purely on timing. Pitch line: your vendor master tells you who is an MSME; nothing tells you when their invoice has to be paid.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architectural split: src/agent/ may never decide anything - both agents return evidence and confidence, and the submission schemas contain no coverage field and no deadline field. src/engine/ decides with hardcoded, unit-tested rules: coverage.js, deadline.js, risk.js. Coverage is a rule for the same reason the dates are - a wrong coverage call costs exactly as much as a wrong deadline.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43B(h)  ·  INCOME TAX ACT  ·  IN FORCE SINCE FY 2023-24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date chosen in March.</a:t>
            </a:r>
            <a:endParaRPr lang="en-US" sz="3300" dirty="0"/>
          </a:p>
          <a:p>
            <a:pPr marL="0" indent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tax bill discovered in September.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a Udyam-registered micro or small supplier past the statutory deadline and the expense stops being deductible for the whole financial year. Not a fine — an add-back.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95728"/>
            <a:ext cx="530352" cy="530352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40080" y="23957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2368296"/>
            <a:ext cx="6784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— when a written agreement states that term.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2615184"/>
            <a:ext cx="6784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9AA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longer term is not enforceable. "Net 60" is capped to 45; it is not honoured.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145536"/>
            <a:ext cx="530352" cy="530352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40080" y="31455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353312" y="3118104"/>
            <a:ext cx="6784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— when there is no written agreement, or none stating a term.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364992"/>
            <a:ext cx="6784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9AA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is a statutory branch, not a gap, and it resolves against the buyer.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895344"/>
            <a:ext cx="530352" cy="530352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640080" y="38953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3867912"/>
            <a:ext cx="6784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it, and the deduction is gone for that year.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53312" y="4114800"/>
            <a:ext cx="6784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9AA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 only in the year the money actually moves. ₹5,00,000 at 25% = ₹1,25,000.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412480" y="411480"/>
            <a:ext cx="3108960" cy="4206240"/>
          </a:xfrm>
          <a:prstGeom prst="roundRect">
            <a:avLst>
              <a:gd name="adj" fmla="val 2353"/>
            </a:avLst>
          </a:prstGeom>
          <a:solidFill>
            <a:srgbClr val="20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8686800" y="6583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AA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INVOICE, ONE YEAR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0" y="896112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0A20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₹1,25,000</a:t>
            </a:r>
            <a:endParaRPr lang="en-US" sz="38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0" y="15361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extra tax on a single ₹5,00,000 supply, at 25%.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0" y="20665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AA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revenue of ₹20,00,000: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686800" y="234086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allowed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686800" y="25603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taxable ₹15,00,000   →   tax ₹3,75,000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686800" y="29992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disallowed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686800" y="32186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taxable ₹20,00,000   →   tax ₹5,00,000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8686800" y="3840480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profit as before.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payment date changed.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4956048"/>
            <a:ext cx="3465576" cy="1463040"/>
          </a:xfrm>
          <a:prstGeom prst="roundRect">
            <a:avLst>
              <a:gd name="adj" fmla="val 3750"/>
            </a:avLst>
          </a:prstGeom>
          <a:solidFill>
            <a:srgbClr val="20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859536" y="5138928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owns the date in March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859536" y="5449824"/>
            <a:ext cx="3026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placement problem, not a knowledge one. Finance teams know the section exists; the date is set by whoever schedules the payment run, and the CA understands it in September, when it is history.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61688" y="4956048"/>
            <a:ext cx="3465576" cy="1463040"/>
          </a:xfrm>
          <a:prstGeom prst="roundRect">
            <a:avLst>
              <a:gd name="adj" fmla="val 3750"/>
            </a:avLst>
          </a:prstGeom>
          <a:solidFill>
            <a:srgbClr val="20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4581144" y="5138928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is in no system anyone owns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4581144" y="5449824"/>
            <a:ext cx="3026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vendor master holds a declared Udyam number. It does not say whether the section reached that vendor on that supply date — class, activity and live status all move.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83296" y="4956048"/>
            <a:ext cx="3465576" cy="1463040"/>
          </a:xfrm>
          <a:prstGeom prst="roundRect">
            <a:avLst>
              <a:gd name="adj" fmla="val 3750"/>
            </a:avLst>
          </a:prstGeom>
          <a:solidFill>
            <a:srgbClr val="20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8302752" y="5138928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clock does not start at the invoice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8302752" y="5449824"/>
            <a:ext cx="3026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starts when the goods were accepted — which shifts with a rejected delivery, a re-acceptance after rectification, or nobody signing for it at all.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A15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 ·  LEDGR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agents that report. Two rules that decide.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coverage flag and no deadline field exist in what either model is allowed to submit, and a test asserts one is never offered. A hallucination can only land in an input, where the evidence chain shows it — never in a date.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2194560" cy="350215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DD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926080" y="1481328"/>
            <a:ext cx="2926080" cy="3502152"/>
          </a:xfrm>
          <a:prstGeom prst="roundRect">
            <a:avLst>
              <a:gd name="adj" fmla="val 1875"/>
            </a:avLst>
          </a:prstGeom>
          <a:solidFill>
            <a:srgbClr val="FDF3DF"/>
          </a:solidFill>
          <a:ln w="12700">
            <a:solidFill>
              <a:srgbClr val="F0DC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126480" y="1481328"/>
            <a:ext cx="2926080" cy="3502152"/>
          </a:xfrm>
          <a:prstGeom prst="roundRect">
            <a:avLst>
              <a:gd name="adj" fmla="val 187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326880" y="1481328"/>
            <a:ext cx="2377440" cy="3502152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8DD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58368" y="168249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58368" y="1682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1609344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READS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27248" y="1682496"/>
            <a:ext cx="310896" cy="310896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3127248" y="1682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511296" y="1719072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80" dirty="0">
                <a:solidFill>
                  <a:srgbClr val="A15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src/agent/  —  EVIDENCE ONLY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27648" y="1682496"/>
            <a:ext cx="310896" cy="310896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327648" y="1682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11696" y="1719072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8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src/engine/  —  DECIDES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528048" y="168249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9528048" y="1682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912096" y="1719072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MOVE, THEN PROVE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76656" y="2048256"/>
            <a:ext cx="177393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master — name, GSTIN, declared Udyam number</a:t>
            </a:r>
            <a:endParaRPr lang="en-US" sz="1000" dirty="0"/>
          </a:p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Udyam registry — dated class history, NIC activity, lapse dates</a:t>
            </a:r>
            <a:endParaRPr lang="en-US" sz="1000" dirty="0"/>
          </a:p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and POs — raw text; amendments supersede</a:t>
            </a:r>
            <a:endParaRPr lang="en-US" sz="1000" dirty="0"/>
          </a:p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documents — untyped: email, scan, note</a:t>
            </a:r>
            <a:endParaRPr lang="en-US" sz="1000" dirty="0"/>
          </a:p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history — what the vendor actually ships</a:t>
            </a:r>
            <a:endParaRPr lang="en-US" sz="1000" dirty="0"/>
          </a:p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RazorpayX payout status per invoice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4535424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tools. None returns a verdict, a coverage flag or a parsed term.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145536" y="2048256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agent · per vendor, cached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145536" y="2267712"/>
            <a:ext cx="250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4A4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registered entity this vendor is — the GSTIN state prefix corroborated against the supply history — and registered activity separated from what they actually do, as at the supply date.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145536" y="3108960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A15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 enterprise_class · registered_activity · actual_activity · identity_confidence · evidence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3145536" y="3419856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agent · per payable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3145536" y="3547872"/>
            <a:ext cx="250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4A4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agreement governs, what term it states, and when the statutory clock actually started: accepted, re-accepted after an objection, or deemed accepted because nobody signed.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3145536" y="4270248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A15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 clock_start_date · basis · confidence · evidence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3145536" y="4626864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i="1" dirty="0">
                <a:solidFill>
                  <a:srgbClr val="7A6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loop — tool-calling, ≤10 turns, universal calls prefetched, exactly one schema-checked submit.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6345936" y="2048256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coverage.js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345936" y="2267712"/>
            <a:ext cx="2505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or small, registration live on the supply date, trading excluded unless the supply itself rebuts the registered activity. Below the confidence floor it escalates rather than guess.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345936" y="298094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deadline.js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345936" y="3200400"/>
            <a:ext cx="2505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days with a written term, 15 without one, anything longer capped at 45 — clock start plus allowed days, working shown.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345936" y="3822192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risk.js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345936" y="4041648"/>
            <a:ext cx="2505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statutory date against the actual RazorpayX payout date → red, amber, green or grey.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345936" y="4626864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i="1" dirty="0">
                <a:solidFill>
                  <a:srgbClr val="9AA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Hardcoded, unit-tested, no model in the path. 40 tests, no API key needed.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9546336" y="2048256"/>
            <a:ext cx="195681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priced: amount × tax rate = the cost of delay</a:t>
            </a:r>
            <a:endParaRPr lang="en-US" sz="1000" dirty="0"/>
          </a:p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threshold it auto-executes; above it a human clicks</a:t>
            </a:r>
            <a:endParaRPr lang="en-US" sz="1000" dirty="0"/>
          </a:p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/v1/payouts on RazorpayX</a:t>
            </a:r>
            <a:endParaRPr lang="en-US" sz="1000" dirty="0"/>
          </a:p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only once the money is confirmed moved</a:t>
            </a:r>
            <a:endParaRPr lang="en-US" sz="1000" dirty="0"/>
          </a:p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keeps the finding, the tool trace and the working</a:t>
            </a:r>
            <a:endParaRPr lang="en-US" sz="1000" dirty="0"/>
          </a:p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Retroactive audit re-runs FY 2025-26 as at each supply date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9546336" y="4443984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is configurable — buffer, windows, tax rate, thresholds. The 45/15 rule is statute, and is not.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61488" y="3108960"/>
            <a:ext cx="164592" cy="256032"/>
          </a:xfrm>
          <a:prstGeom prst="chevron">
            <a:avLst/>
          </a:prstGeom>
          <a:solidFill>
            <a:srgbClr val="B9C1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5961888" y="3108960"/>
            <a:ext cx="164592" cy="256032"/>
          </a:xfrm>
          <a:prstGeom prst="chevron">
            <a:avLst/>
          </a:prstGeom>
          <a:solidFill>
            <a:srgbClr val="B9C1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9162288" y="3108960"/>
            <a:ext cx="164592" cy="256032"/>
          </a:xfrm>
          <a:prstGeom prst="chevron">
            <a:avLst/>
          </a:prstGeom>
          <a:solidFill>
            <a:srgbClr val="B9C1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457200" y="5175504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141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 txBox="1"/>
          <p:nvPr/>
        </p:nvSpPr>
        <p:spPr>
          <a:xfrm>
            <a:off x="713232" y="5340096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AI is not there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713232" y="5596128"/>
            <a:ext cx="34381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key, a retired model id or a 429 falls back to a heuristic arm that runs the same tools and emits the same finding shape. A circuit breaker trips on quota ceilings and fails over to the next provider; every row is badged with the arm that produced it.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4425696" y="5340096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bank is not there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4425696" y="5596128"/>
            <a:ext cx="34381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RAZORPAYX_* credentials, payouts are simulated and stamped source: "mock". The identical click hits POST /v1/payouts once sandbox keys are present. Neither dependency can take the deterministic core down.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8138160" y="5340096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not asserted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8138160" y="5596128"/>
            <a:ext cx="34381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ablation scores naive vs agent vs ground truth through one scorer: coverage 19/24 → 23/24, and three false positives worth ₹45.19L of payments → zero. Identical registry access; the difference is judgement.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1110</Words>
  <Application>Microsoft Office PowerPoint</Application>
  <PresentationFormat>Widescreen</PresentationFormat>
  <Paragraphs>78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Cambria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Ledgr — problem and system architecture</dc:title>
  <dc:subject>PptxGenJS Presentation</dc:subject>
  <dc:creator>Ledgr</dc:creator>
  <cp:lastModifiedBy>Amogh Nagri</cp:lastModifiedBy>
  <cp:revision>1</cp:revision>
  <dcterms:created xsi:type="dcterms:W3CDTF">2026-09-05T12:22:24Z</dcterms:created>
  <dcterms:modified xsi:type="dcterms:W3CDTF">2026-09-05T13:14:32Z</dcterms:modified>
</cp:coreProperties>
</file>